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8"/>
  </p:notes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DA93C-7D48-44C3-89F5-B64E45B1D75E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9C0BC2-923C-498A-9FC1-46FB3490DD7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06690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9C0BC2-923C-498A-9FC1-46FB3490DD7A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35425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40C41-DA09-B7BB-B5EF-37688BF240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9F24A-B3F5-D623-2CE5-86DEE6FD3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7F915-356F-6B3A-5D0F-0BD19DDA2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F313A-16CB-3F03-A2AA-C35AF42C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91E6F4-C618-745B-56B6-DC7A093CB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  <p:pic>
        <p:nvPicPr>
          <p:cNvPr id="1030" name="Picture 6" descr="PandemiX Center | Roskilde Universitet">
            <a:extLst>
              <a:ext uri="{FF2B5EF4-FFF2-40B4-BE49-F238E27FC236}">
                <a16:creationId xmlns:a16="http://schemas.microsoft.com/office/drawing/2014/main" id="{3FACF8F4-5B21-C276-BB52-255FDEB7774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1100" y="23813"/>
            <a:ext cx="2048932" cy="170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0002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05542-3A7E-D4F3-2301-28BEDEC63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42BD7-BECA-5CA4-9229-00BCCD62E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FEE13-ECE0-2CAD-60A0-CEEF8E8E6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97CE1-7199-0CF7-BD91-C1BE2EE79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FEBAE-2455-A9AC-7A37-C7658A0DF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16103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C5A2-1085-7E51-4F00-1A9FA9355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5CAD1-3724-337B-2519-BF2B4A66B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4625A-30A3-88FD-AF0E-0AC887745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8321E-78C0-3B3A-DFFB-9561A7110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55848-BAD9-2E78-1F55-0E5E95860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8510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AE333-DB6C-0390-D460-8586A627E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AD9EF-E646-0EB8-0987-C59D5A608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0D1806-3F5F-33F9-5417-68F5A89A58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A75C2-7197-59B4-B85A-715C5A35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F6E59-4A44-49CB-B8EC-074C226E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372FF-C782-1BAB-2750-48376190E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90392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A5159-9A55-58AA-39AA-8818136F9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A7072-C84C-EA41-E15F-3B3095677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7AEE4-D500-A1B9-3BAA-EF7585C929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AAF605-0D7E-FBE4-087C-BA48BB5E4C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4DADC8-A96A-091E-166B-82DB95CEB8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777EF8-7604-F52D-0DFA-CE45A198B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5BFBC5-AC14-226D-3C47-D2DF70A85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83E0F7-EB85-F8A2-84DB-E6D85DA43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349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426F6-892C-0C60-178C-80CA541F0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1BAB51-9C9E-7B85-122E-00F41B3DF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768C50-8628-87ED-7E63-6E21C8F2B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0D2C23-7C45-C68F-113B-685EFDD52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3914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C89B13-CB9D-1B7D-795C-E68F5D895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423FA2-6F22-492C-EA84-4FDE7D8DB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9639D-2B13-44CD-840F-3876A1A08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55966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AF535-A846-EDAD-14BB-63D671BEF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537DF-4237-6088-1208-D4E970DA3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F7045-01A4-4BA0-A424-C6A7C190B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0CD77-EEB7-F67B-883A-5CC1ED5D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B8E798-A648-7757-E810-4EEC5E5BB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588AFE-085B-6CFA-C018-004F6652D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55447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7E113-BB7F-5C58-8535-9D499B7E5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93314A-51BF-58E0-D2B9-EE5CF2D75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2ED2CA-1EB8-EDAD-5F12-A595A8860D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D559F-E273-AB9C-EE8A-BECA4C219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990FD-0BF1-F6EE-A645-C13D88096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78C79B-9C37-8C25-6DEA-CAEB37B83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55062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522A-BF76-3796-8934-CDB8CCF6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FBB72-CA37-266D-434A-5E9E96F2F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03A1-C15D-78A3-5C2E-2F3C5E1B9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9A41-1094-3116-FF81-081C782A5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5B39B-2FC7-7A1D-73D1-868C18FF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00855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794153-5AB3-1CC9-490D-F636E83524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220ADC-185D-AF96-597C-A9A6E7163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65DCF-5B79-E9F0-562D-434079F6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99CB3-5527-B2F2-D4D5-524F992DF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4E2BEA-7566-9912-8E4B-1DECF062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76408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183BE-AB7A-9F71-CAA2-D0430AFB8C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047278-A090-7205-C585-F5F1CC44E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35B19-C419-1784-6037-0962F688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831B7-FF4F-24F6-8A08-E60C2D98F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8F49D-60A4-5CE7-E00A-EA908443F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41592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65AD8-7045-D9E4-A824-4EA83DA41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AC835-0B02-5B11-52DF-9032EAC2B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24340-3293-EDB6-2ADD-17A326A2C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610300-6B7B-E53A-23E2-43C4B9935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58A66-7E9B-7274-9CCB-112BDCBC3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9578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4730B-A3EA-FE8F-0BA1-AF2B8DF03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1A883-1FE9-88EE-F149-A0B27B4FD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F0E2D-39FF-5F87-4E5B-ABB87E789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3FB76-E5D2-AF40-ED40-92034F205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55C12-B482-B4EB-02EF-2C444110F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36605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5F7BB-6E79-1908-7EF7-8ECC6667A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704C1-5973-54E2-6F15-5F2A4E20A4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D9E6D4-9295-FB91-B7CE-8F2B2AC37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540BF1-A50E-8521-F5ED-C1615BF4C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AA6828-8153-6539-BF45-9A30BD388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E961CB-139B-F69F-C201-4412D0744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827790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51576-EC5A-8470-AEA3-CBF8D69CD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60CE85-9B1B-7961-4279-B2205C4C4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0E127C-D41D-696B-36CC-7137180D8D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7F7EC5-192C-E2EF-B60F-D3CFA204E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554F42-574C-F8CC-2754-BDB02C43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184D82-786F-6846-523A-D4E59DF34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633025-D854-090F-FE5B-850CDDE41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51F8F0-DB07-6CE7-7A68-8D8B1E753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393482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EF094-317F-9F2F-1882-8D076F92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E696D-B0FE-8B05-CDDD-66A7B923E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64A6F-7BB5-0B9E-9C88-B176F9BD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4571A1-533C-B7BD-AC11-FDC2BA6A2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509138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64301E-9E33-6A3C-CFF6-9B9EB85A8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4F13A1-71AC-B708-B694-96CC25F93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EE8BD-80F8-A1DF-7BC2-642578E2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114622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576E7-F8C2-E317-A9D5-01AC878BF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9E992-1D62-5E4C-8EB0-A0D5CBDA8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923E3C-1FB4-41E5-24CD-89ECA24EA9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CB217-F19F-DC9A-E147-84FBFA6C1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2DC563-D7C3-E77A-E1C3-891C5548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0ADA59-9A04-C178-3E57-F8782FA3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927049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102F4-172C-549F-7BFD-68F40B4F5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834255-DE91-3F6D-21CE-78B08C0D44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41FB6-86BD-F77F-34C5-4005C2803E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68DAE8-6007-ABA9-93FA-EA5F15FF2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B56567-C79E-7DB8-7264-DDD276F9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2F3B0B-E503-76E4-BD58-E35F3840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664906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4E436-E9CC-794B-FBEC-5485E69FF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710916-B70D-4687-E2C8-8CF7FA3954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B7480-D01B-A709-E7E2-939B540F3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9993A-70A2-0D3F-77CC-03608673E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04F3B-1E3A-113D-B7FB-55EA8C1F7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739142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1DAAB-8C67-CECD-136E-03C23F5359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70268-25F3-BB93-6A7D-EB11175E42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1F3A0-0778-9D6C-147A-5EACF4C95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FB1B5-5B7C-3571-B211-046094412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4190-DBDD-5A88-D2B1-D839C5A35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54159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8D6ABE-D966-9A5E-4F7C-55BC578B2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19580-7842-D663-87BC-99C1BE0BF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5A572-E48D-C753-66E2-14A02317F8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E14DF-A9FB-428A-80D1-4AE1368EB34C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55E2AB-20DB-7279-0F8C-BA5BCE358E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52BEF3-5276-EBD4-F7CB-5B45934FC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5A9504-8341-4FBA-8EE1-61CBCE3E7233}" type="slidenum">
              <a:rPr lang="en-DK" smtClean="0"/>
              <a:t>‹#›</a:t>
            </a:fld>
            <a:endParaRPr lang="en-DK"/>
          </a:p>
        </p:txBody>
      </p:sp>
      <p:pic>
        <p:nvPicPr>
          <p:cNvPr id="7" name="Picture 6" descr="PandemiX Center | Roskilde Universitet">
            <a:extLst>
              <a:ext uri="{FF2B5EF4-FFF2-40B4-BE49-F238E27FC236}">
                <a16:creationId xmlns:a16="http://schemas.microsoft.com/office/drawing/2014/main" id="{227B831E-93EB-D587-BB02-1B2E8E6C33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1100" y="23813"/>
            <a:ext cx="2048932" cy="170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2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99D83D-54BA-AFAF-F1FF-E64526BF4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2DAE5-BFB9-7FBD-948F-F55FA21DC7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66F25-6220-5145-EA7E-D1432CEAB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7A2A7E-2FCB-4CA4-BB3C-C258202DAB1B}" type="datetimeFigureOut">
              <a:rPr lang="en-DK" smtClean="0"/>
              <a:t>04/09/2025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230B4-4FFC-F2EB-B408-D11868FC81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60119A-B7E8-2167-1C86-BC5B53AA9A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682700-5665-41C8-9F24-C84829C30AA4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22746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91E8A68E-A571-77E0-56C9-D17C889A3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844" l="391" r="93685">
                        <a14:foregroundMark x1="75651" y1="10156" x2="80794" y2="10254"/>
                        <a14:foregroundMark x1="80794" y1="10254" x2="86133" y2="9961"/>
                        <a14:foregroundMark x1="86133" y1="9961" x2="96029" y2="20898"/>
                        <a14:foregroundMark x1="96029" y1="20898" x2="93685" y2="27344"/>
                        <a14:foregroundMark x1="93685" y1="27344" x2="84766" y2="36035"/>
                        <a14:foregroundMark x1="84766" y1="36035" x2="74870" y2="35840"/>
                        <a14:foregroundMark x1="74870" y1="35840" x2="73828" y2="22656"/>
                        <a14:foregroundMark x1="73828" y1="22656" x2="75651" y2="10645"/>
                        <a14:foregroundMark x1="391" y1="23242" x2="53385" y2="17578"/>
                        <a14:foregroundMark x1="53385" y1="17578" x2="69401" y2="30762"/>
                        <a14:foregroundMark x1="69401" y1="30762" x2="76953" y2="48926"/>
                        <a14:foregroundMark x1="76953" y1="48926" x2="83398" y2="55957"/>
                        <a14:foregroundMark x1="83398" y1="55957" x2="96289" y2="61230"/>
                        <a14:foregroundMark x1="96289" y1="61230" x2="99154" y2="67188"/>
                        <a14:foregroundMark x1="99154" y1="67188" x2="98242" y2="89063"/>
                        <a14:foregroundMark x1="98242" y1="89063" x2="96029" y2="95508"/>
                        <a14:foregroundMark x1="96029" y1="95508" x2="22917" y2="82617"/>
                        <a14:foregroundMark x1="22917" y1="82617" x2="1172" y2="70215"/>
                        <a14:foregroundMark x1="1172" y1="70215" x2="391" y2="24707"/>
                        <a14:foregroundMark x1="391" y1="24707" x2="456" y2="23535"/>
                        <a14:foregroundMark x1="32292" y1="43457" x2="37826" y2="47168"/>
                        <a14:foregroundMark x1="37826" y1="47168" x2="44141" y2="42578"/>
                        <a14:foregroundMark x1="44141" y1="42578" x2="36003" y2="44727"/>
                        <a14:foregroundMark x1="36003" y1="44727" x2="44206" y2="43359"/>
                        <a14:foregroundMark x1="44206" y1="43359" x2="36133" y2="42285"/>
                        <a14:foregroundMark x1="36133" y1="42285" x2="53125" y2="44531"/>
                        <a14:foregroundMark x1="53125" y1="44531" x2="55990" y2="4238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423D8335-4424-BBFC-68F9-0E4082DE7F3C}"/>
              </a:ext>
            </a:extLst>
          </p:cNvPr>
          <p:cNvSpPr txBox="1">
            <a:spLocks/>
          </p:cNvSpPr>
          <p:nvPr/>
        </p:nvSpPr>
        <p:spPr>
          <a:xfrm>
            <a:off x="952500" y="5142971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dirty="0">
                <a:latin typeface="Bahnschrift Light Condensed" panose="020B0502040204020203" pitchFamily="34" charset="0"/>
              </a:rPr>
              <a:t>Lucas Mortensen &amp; Mads Perner</a:t>
            </a:r>
          </a:p>
          <a:p>
            <a:pPr algn="l"/>
            <a:r>
              <a:rPr lang="en-GB" dirty="0">
                <a:latin typeface="Bahnschrift Light Condensed" panose="020B0502040204020203" pitchFamily="34" charset="0"/>
              </a:rPr>
              <a:t>Student Research Assistant @ </a:t>
            </a:r>
            <a:r>
              <a:rPr lang="en-GB" dirty="0" err="1">
                <a:latin typeface="Bahnschrift Light Condensed" panose="020B0502040204020203" pitchFamily="34" charset="0"/>
              </a:rPr>
              <a:t>PandemiX</a:t>
            </a:r>
            <a:r>
              <a:rPr lang="en-GB" dirty="0">
                <a:latin typeface="Bahnschrift Light Condensed" panose="020B0502040204020203" pitchFamily="34" charset="0"/>
              </a:rPr>
              <a:t> </a:t>
            </a:r>
            <a:r>
              <a:rPr lang="en-GB" dirty="0" err="1">
                <a:latin typeface="Bahnschrift Light Condensed" panose="020B0502040204020203" pitchFamily="34" charset="0"/>
              </a:rPr>
              <a:t>Center</a:t>
            </a:r>
            <a:r>
              <a:rPr lang="en-GB" dirty="0">
                <a:latin typeface="Bahnschrift Light Condensed" panose="020B0502040204020203" pitchFamily="34" charset="0"/>
              </a:rPr>
              <a:t> </a:t>
            </a:r>
          </a:p>
          <a:p>
            <a:pPr algn="l"/>
            <a:r>
              <a:rPr lang="en-GB" dirty="0">
                <a:latin typeface="Bahnschrift Light Condensed" panose="020B0502040204020203" pitchFamily="34" charset="0"/>
              </a:rPr>
              <a:t>Roskilde University Denmark</a:t>
            </a:r>
          </a:p>
        </p:txBody>
      </p:sp>
    </p:spTree>
    <p:extLst>
      <p:ext uri="{BB962C8B-B14F-4D97-AF65-F5344CB8AC3E}">
        <p14:creationId xmlns:p14="http://schemas.microsoft.com/office/powerpoint/2010/main" val="1164953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5588-A6B2-AB5C-762D-414EC7723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Why?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EDA4D-F5BD-4D28-5324-A9C117D52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Vast amounts of data has become available recently</a:t>
            </a:r>
          </a:p>
          <a:p>
            <a:r>
              <a:rPr lang="en-GB" dirty="0"/>
              <a:t>It’s time-consuming to classify cause-of-death data…</a:t>
            </a:r>
          </a:p>
          <a:p>
            <a:r>
              <a:rPr lang="en-GB" dirty="0"/>
              <a:t>Machine Learning methods can </a:t>
            </a:r>
            <a:r>
              <a:rPr lang="en-GB" b="1" dirty="0"/>
              <a:t>save you LOTS of time</a:t>
            </a:r>
            <a:r>
              <a:rPr lang="en-GB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34700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95A-69FD-4FEA-E184-D58D3129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How?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3BA4A-07D2-9ACA-F301-895DA58C4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Training data: labelling data such that a model can learn from it, i.e. random selection, etc.</a:t>
            </a:r>
          </a:p>
        </p:txBody>
      </p:sp>
    </p:spTree>
    <p:extLst>
      <p:ext uri="{BB962C8B-B14F-4D97-AF65-F5344CB8AC3E}">
        <p14:creationId xmlns:p14="http://schemas.microsoft.com/office/powerpoint/2010/main" val="2975511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4D6BF-CBB5-AEFE-8F8D-1EE19D6B9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Active Learning: a Historian’s dream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882BA-D8D6-5CC5-A900-C0C759EB7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method developed for creating training data when each classification is </a:t>
            </a:r>
            <a:r>
              <a:rPr lang="en-GB" i="1" dirty="0"/>
              <a:t>time-consuming</a:t>
            </a:r>
            <a:r>
              <a:rPr lang="en-GB" dirty="0"/>
              <a:t> or </a:t>
            </a:r>
            <a:r>
              <a:rPr lang="en-GB" i="1" dirty="0"/>
              <a:t>expensive</a:t>
            </a:r>
          </a:p>
          <a:p>
            <a:endParaRPr lang="en-DK" dirty="0"/>
          </a:p>
        </p:txBody>
      </p:sp>
      <p:pic>
        <p:nvPicPr>
          <p:cNvPr id="1028" name="Picture 4" descr="Active Learning - The Decision Lab">
            <a:extLst>
              <a:ext uri="{FF2B5EF4-FFF2-40B4-BE49-F238E27FC236}">
                <a16:creationId xmlns:a16="http://schemas.microsoft.com/office/drawing/2014/main" id="{72B6F878-C23B-07CC-52E3-52FCD1470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89" y="2936061"/>
            <a:ext cx="6118485" cy="3441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151C0C-DD50-90C8-4C55-B0E4815C6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976549"/>
            <a:ext cx="9827520" cy="333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90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CBC05-1738-5537-2421-AE7559BB8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Discussion of other methods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85D33-DDA9-B410-32BE-AB182F30E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Top-to-bottom: effective in the beginning, but becomes less effective for each step (figure on the way Lone)</a:t>
            </a:r>
          </a:p>
          <a:p>
            <a:r>
              <a:rPr lang="en-GB" dirty="0"/>
              <a:t>…</a:t>
            </a:r>
          </a:p>
          <a:p>
            <a:r>
              <a:rPr lang="en-GB" dirty="0"/>
              <a:t>Other methods? 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68762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613</TotalTime>
  <Words>116</Words>
  <Application>Microsoft Office PowerPoint</Application>
  <PresentationFormat>Widescreen</PresentationFormat>
  <Paragraphs>17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Bahnschrift Light Condensed</vt:lpstr>
      <vt:lpstr>Office Theme</vt:lpstr>
      <vt:lpstr>Custom Design</vt:lpstr>
      <vt:lpstr>PowerPoint Presentation</vt:lpstr>
      <vt:lpstr>Why?</vt:lpstr>
      <vt:lpstr>How?</vt:lpstr>
      <vt:lpstr>Active Learning: a Historian’s dream</vt:lpstr>
      <vt:lpstr>Discussion of other methods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Emil Bülow Mortensen</dc:creator>
  <cp:lastModifiedBy>Lucas Emil Bülow Mortensen</cp:lastModifiedBy>
  <cp:revision>13</cp:revision>
  <dcterms:created xsi:type="dcterms:W3CDTF">2025-08-26T08:19:34Z</dcterms:created>
  <dcterms:modified xsi:type="dcterms:W3CDTF">2025-09-04T11:36:13Z</dcterms:modified>
</cp:coreProperties>
</file>